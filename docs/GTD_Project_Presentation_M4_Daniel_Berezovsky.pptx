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76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334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Hi, this is my project on pattern discovery in the Global Terrorism Database. The focus is not prediction, but identifying meaningful patterns in incidents from 2000 onward.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project analyzes incidents from 2000 onward. I filtered to modern records for consistency. The goal is to identify patterns, and the time trend shows a sharp increase after 2010, so time and context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used K-Means for broad segmentation, PCA to visualize the high-dimensional results, DBSCAN as a comparison method, and a decision tree to help interpret which features separate the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main result is that K-Means produced three interpretable groups. The goal was interpretability, not just the highest numeric score. The clusters differ by method, severity, and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cluster profile table is one of the strongest outputs because it translates cluster numbers into real-world descriptions. This makes the results easier to interpret.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PCA helps visualize the clusters, but it has an important limitation. The first two components only capture about 10 percent of the variance, so I treat it as a rough sketch rather than proof of separation.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DBSCAN produced many small clusters and noise points. That tells us the dataset does not form a few clean density-based groups. This is a finding because it shows the complexity of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most important part is interpretation. The clusters are not arbitrary; they represent different patterns of violent activity. Bombings are more strategic and high-impact. Armed assaults are more frequent and localized. The military-targeted cluster is the most complex because it may overlap with broader conflict dynamics. In regions like Iraq during the mid-2010s, incidents labeled as terrorism may also reflect armed conflict, so context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main limitations are methodological and ethical. K equals 3 was chosen because it was interpretable, not because it had the highest silhouette score. PCA captures limited variance, and the dataset itself has classification ambiguity.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conclusion, meaningful patterns exist in the GTD dataset, but they are complex and context-dependent. The project shows both the value and the limitations of data mining when applied to real-world sensitive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RI3N0zH2iH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Pattern Discovery in the Global Terrorism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216982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400">
                <a:solidFill>
                  <a:srgbClr val="F5F7FA"/>
                </a:solidFill>
                <a:latin typeface="Aptos"/>
              </a:defRPr>
            </a:pPr>
            <a:r>
              <a:rPr dirty="0"/>
              <a:t>Daniel Berezovsky</a:t>
            </a:r>
          </a:p>
          <a:p>
            <a:pPr>
              <a:spcAft>
                <a:spcPts val="900"/>
              </a:spcAft>
              <a:defRPr sz="2400">
                <a:solidFill>
                  <a:srgbClr val="F5F7FA"/>
                </a:solidFill>
                <a:latin typeface="Aptos"/>
              </a:defRPr>
            </a:pPr>
            <a:r>
              <a:rPr dirty="0"/>
              <a:t>CS 4412 Data Mining</a:t>
            </a:r>
          </a:p>
          <a:p>
            <a:pPr>
              <a:spcAft>
                <a:spcPts val="900"/>
              </a:spcAft>
              <a:defRPr sz="2400">
                <a:solidFill>
                  <a:srgbClr val="F5F7FA"/>
                </a:solidFill>
                <a:latin typeface="Aptos"/>
              </a:defRPr>
            </a:pPr>
            <a:r>
              <a:rPr dirty="0"/>
              <a:t>Video presentation: findings, interpretation, and limits</a:t>
            </a:r>
            <a:br>
              <a:rPr lang="en-US" dirty="0"/>
            </a:br>
            <a:br>
              <a:rPr lang="en-US" dirty="0"/>
            </a:br>
            <a:r>
              <a:rPr lang="en-US" dirty="0">
                <a:hlinkClick r:id="rId3"/>
              </a:rPr>
              <a:t>Presentation video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Problem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4892040" cy="320857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F5F7FA"/>
                </a:solidFill>
                <a:latin typeface="Aptos"/>
              </a:defRPr>
            </a:pPr>
            <a:r>
              <a:rPr b="1" dirty="0"/>
              <a:t>Dataset: Global Terrorism Database, filtered to 2000+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Goal: discover structure in the data, not predict future events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Core question: do incidents form meaningful groups by attack type, region, and severity?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Time trend shows why temporal context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16168" y="1252728"/>
            <a:ext cx="5586984" cy="4946904"/>
          </a:xfrm>
          <a:prstGeom prst="roundRect">
            <a:avLst/>
          </a:prstGeom>
          <a:solidFill>
            <a:srgbClr val="FAFA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(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396655"/>
            <a:ext cx="5440680" cy="26590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17927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200">
                <a:solidFill>
                  <a:srgbClr val="F5F7FA"/>
                </a:solidFill>
                <a:latin typeface="Aptos"/>
              </a:defRPr>
            </a:pPr>
            <a:r>
              <a:rPr dirty="0"/>
              <a:t>K-Means: primary clustering method for broad groups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200">
                <a:solidFill>
                  <a:srgbClr val="F5F7FA"/>
                </a:solidFill>
                <a:latin typeface="Aptos"/>
              </a:defRPr>
            </a:pPr>
            <a:r>
              <a:rPr dirty="0"/>
              <a:t>PCA: visualization of high-dimensional clustering results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200">
                <a:solidFill>
                  <a:srgbClr val="F5F7FA"/>
                </a:solidFill>
                <a:latin typeface="Aptos"/>
              </a:defRPr>
            </a:pPr>
            <a:r>
              <a:rPr dirty="0"/>
              <a:t>DBSCAN: comparison method for density-based structure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200">
                <a:solidFill>
                  <a:srgbClr val="F5F7FA"/>
                </a:solidFill>
                <a:latin typeface="Aptos"/>
              </a:defRPr>
            </a:pPr>
            <a:r>
              <a:rPr dirty="0"/>
              <a:t>Decision tree: interpretability tool for explaining cluster differences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Key Finding 1: K-Means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4892040" cy="290079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K-Means produced 3 interpretable incident groups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Bombing/explosive cluster: high severity, Middle East and North Africa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Armed assault cluster: frequent incidents, South Asia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Small military-targeted cluster: possible conflict overlap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16168" y="1252728"/>
            <a:ext cx="5586984" cy="4946904"/>
          </a:xfrm>
          <a:prstGeom prst="roundRect">
            <a:avLst/>
          </a:prstGeom>
          <a:solidFill>
            <a:srgbClr val="FAFA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(15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398654"/>
            <a:ext cx="5440680" cy="26550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Cluster Profiles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4892040" cy="320857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Cluster names come from dominant attack, target, weapon, and region patterns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Bombing cluster is tied to explosives and private citizens/property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Armed assault cluster is tied to firearms and South Asia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Military-targeted incidents are small but analytically important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16168" y="1252728"/>
            <a:ext cx="5586984" cy="4946904"/>
          </a:xfrm>
          <a:prstGeom prst="roundRect">
            <a:avLst/>
          </a:prstGeom>
          <a:solidFill>
            <a:srgbClr val="FAFA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(1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167379"/>
            <a:ext cx="544068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Key Finding 2: PCA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4892040" cy="2192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F5F7FA"/>
                </a:solidFill>
                <a:latin typeface="Aptos"/>
              </a:defRPr>
            </a:pPr>
            <a:r>
              <a:rPr dirty="0"/>
              <a:t>2D PCA shows partial cluster separation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F5F7FA"/>
                </a:solidFill>
                <a:latin typeface="Aptos"/>
              </a:defRPr>
            </a:pPr>
            <a:r>
              <a:rPr dirty="0"/>
              <a:t>Only about 10% of variance is captured in the first two components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F5F7FA"/>
                </a:solidFill>
                <a:latin typeface="Aptos"/>
              </a:defRPr>
            </a:pPr>
            <a:r>
              <a:rPr dirty="0"/>
              <a:t>The plot is useful as a rough visual sketch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F5F7FA"/>
                </a:solidFill>
                <a:latin typeface="Aptos"/>
              </a:defRPr>
            </a:pPr>
            <a:r>
              <a:rPr dirty="0"/>
              <a:t>The real clustering exists in the full high-dimensional feature space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16168" y="1161288"/>
            <a:ext cx="5586984" cy="2386584"/>
          </a:xfrm>
          <a:prstGeom prst="roundRect">
            <a:avLst/>
          </a:prstGeom>
          <a:solidFill>
            <a:srgbClr val="FAFA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(1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807" y="1234440"/>
            <a:ext cx="4851704" cy="2240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16168" y="3721608"/>
            <a:ext cx="5586984" cy="2386584"/>
          </a:xfrm>
          <a:prstGeom prst="roundRect">
            <a:avLst/>
          </a:prstGeom>
          <a:solidFill>
            <a:srgbClr val="FAFA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(17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4392915"/>
            <a:ext cx="5440680" cy="10439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Key Finding 3: DBSCAN Fragmentation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4892040" cy="290079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DBSCAN did not produce a few clean clusters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It created many small groups and noise points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This suggests weak global density structure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The data appears fragmented and context-dependent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16168" y="1252728"/>
            <a:ext cx="5586984" cy="4946904"/>
          </a:xfrm>
          <a:prstGeom prst="roundRect">
            <a:avLst/>
          </a:prstGeom>
          <a:solidFill>
            <a:srgbClr val="FAFA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(2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087880"/>
            <a:ext cx="5440680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Interpretation: What the Clusters Mean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209288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Clusters represent different behaviors, not just mathematical groupings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Bombings suggest strategic, high-impact violence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Armed assaults suggest frequent localized violence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Military-targeted incidents may overlap with broader conflict dynamics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Context is critical: the same label can mean different things in different regions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Critical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4892040" cy="290079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k = 3 was chosen for interpretability, not the highest silhouette score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PCA captures limited variance, so visuals must be interpreted carefully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DBSCAN fragmentation shows the data is not cleanly density-clustered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000">
                <a:solidFill>
                  <a:srgbClr val="F5F7FA"/>
                </a:solidFill>
                <a:latin typeface="Aptos"/>
              </a:defRPr>
            </a:pPr>
            <a:r>
              <a:rPr dirty="0"/>
              <a:t>Dataset labels can oversimplify complex conflict situations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16168" y="1252728"/>
            <a:ext cx="5586984" cy="4946904"/>
          </a:xfrm>
          <a:prstGeom prst="roundRect">
            <a:avLst/>
          </a:prstGeom>
          <a:solidFill>
            <a:srgbClr val="FAFA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(1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3317" y="2056267"/>
            <a:ext cx="2470518" cy="29100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179279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200">
                <a:solidFill>
                  <a:srgbClr val="F5F7FA"/>
                </a:solidFill>
                <a:latin typeface="Aptos"/>
              </a:defRPr>
            </a:pPr>
            <a:r>
              <a:rPr dirty="0"/>
              <a:t>Meaningful patterns exist, but they are complex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200">
                <a:solidFill>
                  <a:srgbClr val="F5F7FA"/>
                </a:solidFill>
                <a:latin typeface="Aptos"/>
              </a:defRPr>
            </a:pPr>
            <a:r>
              <a:rPr dirty="0"/>
              <a:t>Different methods reveal different aspects of structure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200">
                <a:solidFill>
                  <a:srgbClr val="F5F7FA"/>
                </a:solidFill>
                <a:latin typeface="Aptos"/>
              </a:defRPr>
            </a:pPr>
            <a:r>
              <a:rPr dirty="0"/>
              <a:t>Interpretation matters as much as clustering output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200">
                <a:solidFill>
                  <a:srgbClr val="F5F7FA"/>
                </a:solidFill>
                <a:latin typeface="Aptos"/>
              </a:defRPr>
            </a:pPr>
            <a:r>
              <a:rPr dirty="0"/>
              <a:t>Future work could add deeper regional analysis and alternative clustering methods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787</Words>
  <Application>Microsoft Office PowerPoint</Application>
  <PresentationFormat>Widescreen</PresentationFormat>
  <Paragraphs>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Berezovsky</cp:lastModifiedBy>
  <cp:revision>5</cp:revision>
  <dcterms:created xsi:type="dcterms:W3CDTF">2013-01-27T09:14:16Z</dcterms:created>
  <dcterms:modified xsi:type="dcterms:W3CDTF">2026-05-04T15:04:54Z</dcterms:modified>
  <cp:category/>
</cp:coreProperties>
</file>